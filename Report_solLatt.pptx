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Chiral vortex interlocking in topological soliton lattice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3200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We investigated the 3x3 Charge Density Wave (CDW) in 2H-TaSe2.</a:t>
            </a:r>
          </a:p>
          <a:p>
            <a:pPr>
              <a:defRPr sz="1200"/>
            </a:pPr>
            <a:r>
              <a:t>3 types of topological domain walls (DW) were observed.</a:t>
            </a:r>
          </a:p>
          <a:p>
            <a:pPr>
              <a:defRPr sz="1200"/>
            </a:pPr>
            <a:r>
              <a:t>two types of chiral vortices (R and L) were identified</a:t>
            </a:r>
          </a:p>
          <a:p>
            <a:pPr>
              <a:defRPr sz="1200"/>
            </a:pPr>
            <a:r>
              <a:t>Spectroscopy confirms the insulating nature of the C-phase.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1: 3x3 Charge Density Wave (CDW) in 2H-TaSe2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1: 3x3 Charge Density Wave (CDW) in 2H-TaSe2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2: 3 types of topological domain walls (DW)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2: 3 types of topological domain walls (DW)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3: two types of chiral vortices (R and L)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3: two types of chiral vortices (R and L)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4: Phase Pinning at the Domain Walls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4: Phase Pinning at the Domain Walls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