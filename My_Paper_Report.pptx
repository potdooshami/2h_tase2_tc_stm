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3165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Domain Wall Network Analysis in 2H-TaSe2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/>
            </a:pPr>
            <a:r>
              <a:t>We investigated the Charge Density Wave (CDW) in 2H-TaSe2.</a:t>
            </a:r>
          </a:p>
          <a:p>
            <a:pPr>
              <a:defRPr sz="1200"/>
            </a:pPr>
            <a:r>
              <a:t>Topological domain walls (DW) and solitons were observed.</a:t>
            </a:r>
          </a:p>
          <a:p>
            <a:pPr>
              <a:defRPr sz="1200"/>
            </a:pPr>
            <a:r>
              <a:t>A network of these domain walls forms a 'Domain Wall Network' (DWN).</a:t>
            </a:r>
          </a:p>
          <a:p>
            <a:pPr>
              <a:defRPr sz="1200"/>
            </a:pPr>
            <a:r>
              <a:t>Spectroscopy confirms the insulating nature of the C-phase.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_fi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096000" cy="25041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289280"/>
            <a:ext cx="6647688" cy="9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Figure 1: Overview of Domain Wall Network</a:t>
            </a:r>
          </a:p>
          <a:p>
            <a:pPr>
              <a:defRPr sz="1100" b="1"/>
            </a:pPr>
            <a:r>
              <a:t>Info:</a:t>
            </a:r>
          </a:p>
          <a:p>
            <a:pPr lvl="1"/>
            <a:r>
              <a:t>STM Data (78K)</a:t>
            </a:r>
          </a:p>
          <a:p>
            <a:pPr lvl="1"/>
            <a:r>
              <a:t>T=TaSe2</a:t>
            </a:r>
          </a:p>
          <a:p>
            <a:pPr>
              <a:defRPr sz="1100" b="1"/>
            </a:pPr>
            <a:r>
              <a:t>Argument:</a:t>
            </a:r>
          </a:p>
          <a:p>
            <a:pPr lvl="1"/>
            <a:r>
              <a:t>Shows the overall domain structure.</a:t>
            </a:r>
          </a:p>
          <a:p>
            <a:pPr lvl="1"/>
            <a:r>
              <a:t>Confirms 3Q 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_fi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44" y="914400"/>
            <a:ext cx="6408000" cy="38915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505280"/>
            <a:ext cx="6647688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Figure 2: FFT Analysis of Domain Wall Network</a:t>
            </a:r>
          </a:p>
          <a:p>
            <a:pPr>
              <a:defRPr sz="1100" b="1"/>
            </a:pPr>
            <a:r>
              <a:t>Info:</a:t>
            </a:r>
          </a:p>
          <a:p>
            <a:pPr lvl="1"/>
            <a:r>
              <a:t>Fig 1b data</a:t>
            </a:r>
          </a:p>
          <a:p>
            <a:pPr lvl="1"/>
            <a:r>
              <a:t>High-pass filter</a:t>
            </a:r>
          </a:p>
          <a:p>
            <a:pPr>
              <a:defRPr sz="1100" b="1"/>
            </a:pPr>
            <a:r>
              <a:t>Argument:</a:t>
            </a:r>
          </a:p>
          <a:p>
            <a:pPr lvl="1"/>
            <a:r>
              <a:t>Q-peaks clearly visible.</a:t>
            </a:r>
          </a:p>
          <a:p>
            <a:pPr lvl="1"/>
            <a:r>
              <a:t>No satellite peaks observed.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_fi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44" y="914400"/>
            <a:ext cx="6408000" cy="32554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505280"/>
            <a:ext cx="6647688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Figure 3: Vortex Analysis of Domain Wall Network</a:t>
            </a:r>
          </a:p>
          <a:p>
            <a:pPr>
              <a:defRPr sz="1100" b="1"/>
            </a:pPr>
            <a:r>
              <a:t>Info:</a:t>
            </a:r>
          </a:p>
          <a:p>
            <a:pPr lvl="1"/>
            <a:r>
              <a:t>Vortex Data</a:t>
            </a:r>
          </a:p>
          <a:p>
            <a:pPr lvl="1"/>
            <a:r>
              <a:t>Topological Analysis</a:t>
            </a:r>
          </a:p>
          <a:p>
            <a:pPr>
              <a:defRPr sz="1100" b="1"/>
            </a:pPr>
            <a:r>
              <a:t>Argument:</a:t>
            </a:r>
          </a:p>
          <a:p>
            <a:pPr lvl="1"/>
            <a:r>
              <a:t>Identifies R and L vortices.</a:t>
            </a:r>
          </a:p>
          <a:p>
            <a:pPr lvl="1"/>
            <a:r>
              <a:t>Calculates vortex charges.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_fi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096000" cy="47527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289280"/>
            <a:ext cx="6647688" cy="9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Figure 4: Phase Pinning at the Domain Walls</a:t>
            </a:r>
          </a:p>
          <a:p>
            <a:pPr>
              <a:defRPr sz="1100" b="1"/>
            </a:pPr>
            <a:r>
              <a:t>Info:</a:t>
            </a:r>
          </a:p>
          <a:p>
            <a:pPr lvl="1"/>
            <a:r>
              <a:t>Phase Pinning</a:t>
            </a:r>
          </a:p>
          <a:p>
            <a:pPr lvl="1"/>
            <a:r>
              <a:t>Domain Wall Interaction</a:t>
            </a:r>
          </a:p>
          <a:p>
            <a:pPr>
              <a:defRPr sz="1100" b="1"/>
            </a:pPr>
            <a:r>
              <a:t>Argument:</a:t>
            </a:r>
          </a:p>
          <a:p>
            <a:pPr lvl="1"/>
            <a:r>
              <a:t>Demonstrates phase pinning at domain walls.</a:t>
            </a:r>
          </a:p>
          <a:p>
            <a:pPr lvl="1"/>
            <a:r>
              <a:t>Shows interaction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</Words>
  <Application>Microsoft Office PowerPoint</Application>
  <PresentationFormat>사용자 지정</PresentationFormat>
  <Paragraphs>34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박해룡(물리학과)</cp:lastModifiedBy>
  <cp:revision>1</cp:revision>
  <dcterms:created xsi:type="dcterms:W3CDTF">2013-01-27T09:14:16Z</dcterms:created>
  <dcterms:modified xsi:type="dcterms:W3CDTF">2025-11-11T05:06:34Z</dcterms:modified>
  <cp:category/>
</cp:coreProperties>
</file>